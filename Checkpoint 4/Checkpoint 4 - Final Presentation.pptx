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Analytics: Borrowing Trends &amp; Reading Behavior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1/7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capstone defense - Talibon Polytechnic College, A.Y. 2026-2027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Paul Polestico (Project Lead / Analyst)  |  Ken T. Lubrico (Data Engineer)  |  Johnro Balingit (Statistician / Modeler, BI Developer)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library can't see who uses its collection or whether recommendations work for new (cold-start) patrons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12,000 patron-book events, Kaggle (synthetic - disclosed)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business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148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BQ1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patron types and departments borrow irregularly?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BQ2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categories and formats drive engagement?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370332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703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BQ3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cold-start patrons underserved by recommendations?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SQL Overview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2/7</a:t>
            </a:r>
            <a:endParaRPr lang="en-US" sz="900" dirty="0"/>
          </a:p>
        </p:txBody>
      </p:sp>
      <p:pic>
        <p:nvPicPr>
          <p:cNvPr id="5" name="Image 0" descr="diagrams/er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42062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9160" y="941832"/>
            <a:ext cx="2011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0.478 vs 0.574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53162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recommendation score: cold-start vs established (Q8)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941832"/>
            <a:ext cx="2011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153162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rate, Medicine - highest dept; spread not significant (Q6)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21488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221992"/>
            <a:ext cx="2011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594-617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281178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Borrows per book format - format is not a demand driver (Q7)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21488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2221992"/>
            <a:ext cx="2011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811780"/>
            <a:ext cx="1920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events from cold-start patrons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47472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normalized tables: users, books, borrowing_events (fact)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 values or duplicates; Yes/No flags cast to 0/1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SQL queries: WHERE/ORDER BY, GROUP BY, JOIN, business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Insights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3/7</a:t>
            </a:r>
            <a:endParaRPr lang="en-US" sz="900" dirty="0"/>
          </a:p>
        </p:txBody>
      </p:sp>
      <p:pic>
        <p:nvPicPr>
          <p:cNvPr id="5" name="Image 0" descr="diagrams/cp4_hist_borrow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429768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6576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3730752"/>
            <a:ext cx="1325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4267505"/>
            <a:ext cx="1234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borrowing frequency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783080" y="36576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3730752"/>
            <a:ext cx="1325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 min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4267505"/>
            <a:ext cx="1234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reading duration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36576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0" y="3730752"/>
            <a:ext cx="1325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0.556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4267505"/>
            <a:ext cx="1234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recommendation score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frequency is right-skewed: 35% of events at 9 borrows or fewer, 11% at 40-45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recommendation score: r = 0.51 (moderate, positive)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regression: Score = 0.4823 + 0.003837 x Frequency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R-squared = 0.256, slope p &lt; 0.001 - frequency explains only a quarter of the score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add more predictors (Checkpoint 4 model)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Demo (Power BI)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4/7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978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80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cards, cold-start gap, irregular rate by department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978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280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&amp; Comparison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vs borrowing frequency, categories, formats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978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280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k = 4: four named patron segments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demonstrate live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017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synced slicers: User Type, Department, Semester Period, Segment, plus click cross-filtering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Department = Medicine: irregular rate 17.1%, 1,524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Segment = Casual / At-Risk Patrons (3,285 patrons, ~34% cold-start) vs Devoted Readers (score 0.641)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Power BI Desktop now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5/7</a:t>
            </a:r>
            <a:endParaRPr lang="en-US" sz="900" dirty="0"/>
          </a:p>
        </p:txBody>
      </p:sp>
      <p:pic>
        <p:nvPicPr>
          <p:cNvPr id="5" name="Image 0" descr="diagrams/cp4_actual_vs_predi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3200400" cy="2743200"/>
          </a:xfrm>
          <a:prstGeom prst="rect">
            <a:avLst/>
          </a:prstGeom>
        </p:spPr>
      </p:pic>
      <p:pic>
        <p:nvPicPr>
          <p:cNvPr id="6" name="Image 1" descr="diagrams/cp4_predictor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822960"/>
            <a:ext cx="310896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75120" y="8686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675120" y="941832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R-squared 0.914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720840" y="1345997"/>
            <a:ext cx="21031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regression, test set (was 0.256)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675120" y="17830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75120" y="1856232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94.6%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720840" y="2260397"/>
            <a:ext cx="21031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accuracy (baseline 84.0%); recall 78%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675120" y="2697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75120" y="2770632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vs 0.57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3174797"/>
            <a:ext cx="21031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score: new vs established patron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3703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drivers: borrowing frequency, reading duration, views, renewals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flag is NOT significant once borrowing frequency is in the model: the gap comes from thin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Limits: synthetic data, score is algorithm output, association not causation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6/7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9144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Fast-start onboarding for new patrons: first-loan lists, interest profile, post-first-borrow 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728216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824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Segment-specific nudges: reminders, 'read next' lists, check-ins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5059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Irregular-borrowing reminders library-wide, not by department (p = 0.81)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264408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21868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book metadata and richer patron interest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4032504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8678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early-warning list from the classifier, reviewed by a librarian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Governance &amp;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1 - The Data Bookworms  |  BED 106 Business Analytics  |  7/7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298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names or direct identifiers; coded patron IDs; synthetic data. Real data needs consent, aggregation, no re-identification.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issues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298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patrons score lower for equal effort. Never use segments, the irregular flag or the model to label or penalize individuals.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8072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purpose, data minimization, role-based access, retention limits, regular fairness checks, transparency.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8072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Act of 2012 (RA 10173): transparency, legitimate purpose, proportionality; GDPR as benchmark.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patrons are underserved because of thin borrowing history, not because they are new. Thank you -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Analytics - Final Defense</dc:title>
  <dc:subject>PptxGenJS Presentation</dc:subject>
  <dc:creator>PptxGenJS</dc:creator>
  <cp:lastModifiedBy>PptxGenJS</cp:lastModifiedBy>
  <cp:revision>1</cp:revision>
  <dcterms:created xsi:type="dcterms:W3CDTF">2026-10-22T04:07:17Z</dcterms:created>
  <dcterms:modified xsi:type="dcterms:W3CDTF">2026-10-22T04:07:17Z</dcterms:modified>
</cp:coreProperties>
</file>